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LEGAL_TECH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https://github.com/osmlab/legal-land-register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