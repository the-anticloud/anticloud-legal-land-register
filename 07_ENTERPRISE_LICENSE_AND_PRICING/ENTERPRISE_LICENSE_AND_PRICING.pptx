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LEGAL_LAND_REGISTER | Category: LEGAL_TECH</a:t>
            </a:r>
          </a:p>
          <a:p>
            <a:r>
              <a:rPr sz="1400"/>
              <a:t>Upstream: https://github.com/osmlab/legal-land-register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LEGAL_LAND_REGISTER.</a:t>
            </a:r>
          </a:p>
          <a:p>
            <a:r>
              <a:rPr sz="1400"/>
              <a:t>Open land registry data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LEGAL_LAND_REGISTER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